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90CF5-00D1-741A-9D40-E18E6CC06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CC5C2-65FB-8D7C-2B8A-6B84D76AE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99D46-5446-2156-F403-A0F634EA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2DF37-B188-7EFB-6909-EFF79D702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996FD-DE68-29B1-B600-F3CD8827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26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DA7C-A1B5-9B7A-FCE2-8DD3401B9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BF0E3-D52A-65EA-2D0E-36BDDF187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D5436-B30C-6990-4463-CBF99CF6E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3C87A-B4EA-9AAB-1257-4A3599E0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F6E4F-8A7C-23ED-A499-3045E49C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03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6ED0-07B2-FA4F-CF29-4383D57E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B04B7-6AD8-2D82-07C7-C53B1FB4E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D3A37-9CE0-836C-4A0F-D108E44D9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28695-4168-10A2-76E3-0F9A69B4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493B0-FE86-DC35-B7F4-8F77671A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234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38F37-7D49-F46C-CE8F-AFE03FF6C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7A32-9455-1593-66CF-34CF1A878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AB616C-2C21-00BE-6F0A-E23CE1FBF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F24AE-4476-1C61-38DA-25DC0FF5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A2B9E-E337-0821-9D5C-209CD331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DA3AE-3EB3-7F6F-A347-A7D100E41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439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F0CFB-B813-D3FB-0A67-C35A583D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91880-EFE1-F020-2E79-09FC2EA5F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AABFB-4367-AC57-A576-3D2AA0DBD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2D78E-832C-A3C7-335F-518EDEAD0D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28A5D-B903-3614-8555-DCF4D7DE4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2AF08C-D602-A38B-3086-8CAE4803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18C813-4421-04D8-8400-A40BF13C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55247-C987-1B67-F68A-08AD64A4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75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77DCA-DF43-5AA6-AE98-E86B6556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DB941D-78D0-3CB5-8F78-27527931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B3664-2EC9-5980-898D-A3E9B9BC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564B6-3ADA-22A6-BA33-8E7182F1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21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6C7D16-D102-1329-EB45-C7AA05B9A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CA3C24-DF99-1F80-C912-6FC0F2D57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76F22-0768-1C6F-3990-2CEA97FC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04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7B4A-F99C-1138-4439-4944771AA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CF2C-7B7D-F17B-648A-3607A6C7E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96BB4-4803-EE54-7E3E-F358F0927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FCB1A-3673-D89B-EBCF-C5A3FE633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B9B12E-A6F5-D5E7-03ED-E2FD2E1A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12E860-7365-4D5C-5A29-A7A64417F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19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A63B-BDDA-9109-6622-6CC9C2DC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55914E-D621-FF90-7811-B990EF4C08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E29C5-CCA7-029A-F51A-1EA9CA1FE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4C0E5-2E83-3817-5CBD-6DB6A72A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14530-3692-E258-4C8D-AE4FAB55F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E8BD3-069B-EC9D-AF75-85412DDC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00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5657D-F048-501A-EB93-0A2B0ABA0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04F5E2-2AF1-61D7-2720-45BF55402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ED66-1631-30F6-3311-DF6520E3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D357D-4D4D-A503-02E4-4EA875933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E7E5A-67C8-AF08-6A3E-8DDED2988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613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D5FDC9-2B9E-F742-2AEE-CE1B68E108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190F4-D0FA-52D6-6C25-DAC69947A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29580-3C03-5F72-CB97-22BA86ED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6803F-3F31-44A7-46CF-62A22CE1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9FA44-AB07-7B09-60A1-A08D067C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72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F55AA8-317A-9091-CAC2-68B8162B4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E86B8-6C84-BB4A-48F5-BEA72C278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1EAE7-BECB-423D-649B-B382F1B15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194CF-3636-468B-A682-99C1B1952323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CC45D-73D6-D8F6-4F0E-338A792BF6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E40C-79F1-42C8-BEAE-672BA421D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5A9F4-9768-4153-9BC8-EBDCE240C1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16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3882E-702F-B684-F51D-702C1A5E4A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Demo_Dheeraj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4F922-F772-F4D6-CEE5-EE10D0149D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53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8F199-CD28-C60F-CB89-FE8DAEC29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51" y="942679"/>
            <a:ext cx="5382705" cy="4392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CF37B6-E0CF-CFC3-C025-440DBCB78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71" y="942680"/>
            <a:ext cx="5467545" cy="439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62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4C46F-1F83-25E4-7F99-1DE795813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6" y="263950"/>
            <a:ext cx="6166782" cy="28505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5F3E0A-70B8-FEC2-4C03-5D0CC53A5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548" y="179109"/>
            <a:ext cx="2699415" cy="1621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33B648-2B16-1E20-5890-2C18D42D6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43" y="3359616"/>
            <a:ext cx="6061435" cy="3234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B2B76A-F57B-E069-E7FA-FDC8D334C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548" y="2375556"/>
            <a:ext cx="5206945" cy="379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20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4E2D10-B448-8A10-E3BA-5D62F3133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63" y="367645"/>
            <a:ext cx="5207289" cy="3393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32762F-27AB-5301-363F-BF25F2759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032" y="367646"/>
            <a:ext cx="5043341" cy="339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1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1FAFE0-8EEA-DC93-9B80-2E0F7C44E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109" y="242517"/>
            <a:ext cx="5203595" cy="3631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506E05-3E2F-FD98-74A3-9C797F0F11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2517"/>
            <a:ext cx="5885468" cy="379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2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55E309-FF1D-DDBE-9100-E02656737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25" y="273377"/>
            <a:ext cx="9110267" cy="424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80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2F957B-64AC-228D-105E-5B02DC89A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47" y="292230"/>
            <a:ext cx="6920885" cy="3544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1D2E44-6DC0-87AD-2C8D-047826454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1" y="4174256"/>
            <a:ext cx="8239027" cy="171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219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9D5095-9A33-5F7E-F1E6-571FF6908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45" y="169683"/>
            <a:ext cx="6963046" cy="3259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E55E09-4339-8358-9CD6-C976144C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92" y="4023715"/>
            <a:ext cx="10576874" cy="266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54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6BE43B-A3E4-95D9-6007-0B3FBD0A1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18" y="245097"/>
            <a:ext cx="10945443" cy="58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19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83E3BF-AFE6-3DFF-D2B1-4150FF730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29" y="330147"/>
            <a:ext cx="10360058" cy="558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444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Demo_Dheeraj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Dheerajkumar Ramasubramanian</dc:creator>
  <cp:lastModifiedBy>Dheerajkumar Ramasubramanian</cp:lastModifiedBy>
  <cp:revision>1</cp:revision>
  <dcterms:created xsi:type="dcterms:W3CDTF">2026-05-21T14:15:41Z</dcterms:created>
  <dcterms:modified xsi:type="dcterms:W3CDTF">2026-05-21T15:51:35Z</dcterms:modified>
</cp:coreProperties>
</file>